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Ledgerwise investigates payment settlement gaps and explains them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Ledgerwise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that explains why the money does not add up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02: The Agent That Can Explain Why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Zetaris, NVIDIA Nemotron and Meterless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Settlements are short, and nobody can say why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 4,200,000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on one day's settlement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processor, the ledger, the bank file and support tickets each tell a different story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analysts spend hours in spreadsheets, and the money stays missing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stack: a duplicate webhook, a timezone cutoff and a fee mismatch can all hit the same day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Ledgerwise · Open Agent Hackathon 2026 · Track 02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is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finance operations or reconciliation analyst at a payments company or fintech.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the engineer on call for a payment incident.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"the numbers do not match" into "here is exactly why, here is the proof, here is what to do".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Nigerian payment rails: NIP transfers, WAT business days, a 20:00 UTC bank cutoff.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Ledgerwise · Open Agent Hackathon 2026 · Track 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investigation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0120" y="1371600"/>
            <a:ext cx="548640" cy="548640"/>
          </a:xfrm>
          <a:prstGeom prst="ellipse">
            <a:avLst/>
          </a:prstGeom>
          <a:solidFill>
            <a:srgbClr val="0B8F6A"/>
          </a:solidFill>
          <a:ln w="12700">
            <a:solidFill>
              <a:srgbClr val="0B8F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one value date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24328" y="1371600"/>
            <a:ext cx="548640" cy="548640"/>
          </a:xfrm>
          <a:prstGeom prst="ellipse">
            <a:avLst/>
          </a:prstGeom>
          <a:solidFill>
            <a:srgbClr val="0B8F6A"/>
          </a:solidFill>
          <a:ln w="12700">
            <a:solidFill>
              <a:srgbClr val="0B8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2432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121408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ordered by the sign of the gap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88536" y="1371600"/>
            <a:ext cx="548640" cy="548640"/>
          </a:xfrm>
          <a:prstGeom prst="ellipse">
            <a:avLst/>
          </a:prstGeom>
          <a:solidFill>
            <a:srgbClr val="0B8F6A"/>
          </a:solidFill>
          <a:ln w="12700">
            <a:solidFill>
              <a:srgbClr val="0B8F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8853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SQL across four sources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52744" y="1371600"/>
            <a:ext cx="548640" cy="548640"/>
          </a:xfrm>
          <a:prstGeom prst="ellipse">
            <a:avLst/>
          </a:prstGeom>
          <a:solidFill>
            <a:srgbClr val="0B8F6A"/>
          </a:solidFill>
          <a:ln w="12700">
            <a:solidFill>
              <a:srgbClr val="0B8F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5274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49824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Disprove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49824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query tries to prove each cause wrong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16952" y="1371600"/>
            <a:ext cx="548640" cy="548640"/>
          </a:xfrm>
          <a:prstGeom prst="ellipse">
            <a:avLst/>
          </a:prstGeom>
          <a:solidFill>
            <a:srgbClr val="0B8F6A"/>
          </a:solidFill>
          <a:ln w="12700">
            <a:solidFill>
              <a:srgbClr val="0B8F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1695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in code, evidence for every claim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only reads. Actions are drafts that a person approves. Nothing is executed.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Ledgerwise · Open Agent Hackathon 2026 · Track 02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HTML/JS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137160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0B8F6A"/>
          </a:solidFill>
          <a:ln w="12700">
            <a:solidFill>
              <a:srgbClr val="0B8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1371600"/>
            <a:ext cx="1645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disprove, reconcile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371600"/>
            <a:ext cx="1280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guard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0" y="1371600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0B8F6A"/>
          </a:solidFill>
          <a:ln w="12700">
            <a:solidFill>
              <a:srgbClr val="0B8F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0" y="1371600"/>
            <a:ext cx="1005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Zetaris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173736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49040" y="173736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60720" y="173736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6640" y="173736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0640" y="283464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Ultra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283464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Meterless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check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2103120"/>
            <a:ext cx="457200" cy="7315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5720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Zetaris federates three physical systems: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0175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DB (Postgres): transactions, ledger, merchants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log and support tickets (Postgres)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settlement files (Parquet)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840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are integer kobo end to end. Models never produce a number.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Ledgerwise · Open Agent Hackathon 2026 · Track 02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Zetaris Lightning SQL (REST), Spark 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x2, Parquet files; synthetic data from a seeded generator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FastAPI, SSE, sqlglot SQL guard, Pydantic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Nemotron Ultra (summary), Meterless Nightshift (check)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HTML, CSS, JS. No build 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tests, 21-scenario eval with a held-out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Ledgerwise · Open Agent Hackathon 2026 · Track 02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Zetaris was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goes through Zetaris Lightning SQL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sources via CREATE DATASOURCE, bank Parquet via CREATE LIGHTNING FILESTORE TABLE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statement joins processor, webhook log, tickets and bank files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9 queries per investigation, no ETL, no copies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03520" y="12801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6263D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C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by running 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82880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DuckDB connector, so sources moved to Postgres.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only: a Postgres-style query silently returned NULLs.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 must sit under the driver's shared root.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Ledgerwise · Open Agent Hackathon 2026 · Track 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Nemotron writes it. Meterless checks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Nemotron Ultra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plain-language summary from the structured report.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validator rejects output that cites an unknown evidence id or contains a number not in the facts.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chooses queries or computes amounts.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Meterless Nightshift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independent model checks every sentence against the facts: PASS or FAIL.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falls back to a template. The report shows the routed model and the compute receipt.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correct and deliberately wrong summaries.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Ledgerwise · Open Agent Hackathon 2026 · Track 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distinctive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tries to prove itself wrong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cause gets a second query built to disprove it. Failed causes are dropped and listed.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in code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Amounts, remainder and confidence are computed in Python from query results.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uncertainty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74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money is reported as unexplained, not given an invented cause.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3776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by design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474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guard, ticket text never reaches a query, humans approve every action.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Ledgerwise · Open Agent Hackathon 2026 · Track 02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including the failure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8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2100 / 2100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scenarios on live Zetaris. 5 held out and never tuned against. Includes red herrings and two cases that must stay unexplained.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918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on the 13 new scenarios: 1995 / 2100. A falsifier matched unrelated bank lines with round amounts. We fixed the logic and logged it in docs/EVAL_LOG.md.</a:t>
            </a:r>
            <a:endParaRPr lang="en-US" sz="1400" dirty="0"/>
          </a:p>
        </p:txBody>
      </p:sp>
      <p:pic>
        <p:nvPicPr>
          <p:cNvPr id="6" name="Image 0" descr="/Users/devayomide/ledgerwise/video/shots/ev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1234440"/>
            <a:ext cx="4023360" cy="3200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Ledgerwise · Open Agent Hackathon 2026 · Track 02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</a:t>
            </a:r>
            <a:endParaRPr lang="en-US" sz="3200" dirty="0"/>
          </a:p>
        </p:txBody>
      </p:sp>
      <p:pic>
        <p:nvPicPr>
          <p:cNvPr id="3" name="Image 0" descr="/Users/devayomide/ledgerwise/video/shots/investig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4023360" cy="2926080"/>
          </a:xfrm>
          <a:prstGeom prst="rect">
            <a:avLst/>
          </a:prstGeom>
        </p:spPr>
      </p:pic>
      <p:pic>
        <p:nvPicPr>
          <p:cNvPr id="4" name="Image 1" descr="/Users/devayomide/ledgerwise/video/shots/repo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188720"/>
            <a:ext cx="4023360" cy="2926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timeline with an evidence panel (left). Report with causes, confidence and approvals (right).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Ledgerwise · Open Agent Hackathon 2026 · Track 02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what comes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Limits, stated plainly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plus falsification, not an LLM planner.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cause types covered; reversals, rounding, duplicate bank lines and chargebacks are not.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data. No public deployment: Zetaris runs locally.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fault types and an independent held-out set.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Zetaris masking policies.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planner that proposes new checks inside the same SQL guard.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with an African payments operator.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Ledgerwise · Open Agent Hackathon 2026 · Track 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Ledgerwise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EC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Read-only. Evidence for every claim. Humans approve.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github.com/dev-ayomide/ledgerwise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Ledgerwise</dc:title>
  <dc:subject>PptxGenJS Presentation</dc:subject>
  <dc:creator>Ledgerwise</dc:creator>
  <cp:lastModifiedBy>Ledgerwise</cp:lastModifiedBy>
  <cp:revision>1</cp:revision>
  <dcterms:created xsi:type="dcterms:W3CDTF">2026-10-27T22:08:58Z</dcterms:created>
  <dcterms:modified xsi:type="dcterms:W3CDTF">2026-10-27T22:08:58Z</dcterms:modified>
</cp:coreProperties>
</file>